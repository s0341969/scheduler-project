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396000"/>
            <a:ext cx="3671999" cy="396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14800"/>
            <a:ext cx="34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1152000"/>
            <a:ext cx="34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733"/>
                </a:solidFill>
                <a:latin typeface="Microsoft JhengHei"/>
              </a:rPr>
              <a:t>課堂打卡系統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800000"/>
            <a:ext cx="352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16C78"/>
                </a:solidFill>
                <a:latin typeface="Microsoft JhengHei"/>
              </a:rPr>
              <a:t>專案簡報
從構想到規劃、實作、操作與未來展望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3999" y="3311999"/>
            <a:ext cx="108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00" y="3437999"/>
            <a:ext cx="82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開發基礎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000" y="3653999"/>
            <a:ext cx="827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5C63"/>
                </a:solidFill>
                <a:latin typeface="Microsoft JhengHei"/>
              </a:rPr>
              <a:t>.NET 9 MVC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311999"/>
            <a:ext cx="108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000" y="3437999"/>
            <a:ext cx="82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打卡方式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8000" y="3653999"/>
            <a:ext cx="827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98831"/>
                </a:solidFill>
                <a:latin typeface="Microsoft JhengHei"/>
              </a:rPr>
              <a:t>登入 + QR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000" y="3311999"/>
            <a:ext cx="108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6000" y="3437999"/>
            <a:ext cx="82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儲存模式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6000" y="3653999"/>
            <a:ext cx="827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8784C"/>
                </a:solidFill>
                <a:latin typeface="Microsoft JhengHei"/>
              </a:rPr>
              <a:t>JSON 單機版</a:t>
            </a:r>
          </a:p>
        </p:txBody>
      </p:sp>
      <p:pic>
        <p:nvPicPr>
          <p:cNvPr id="15" name="Picture 14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00" y="756000"/>
            <a:ext cx="3888000" cy="280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版本整理日期：2026-05-14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以專題報告方式整理專案全貌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0000" y="1584000"/>
            <a:ext cx="1944000" cy="162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000" y="1692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01 專案背景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1944000"/>
            <a:ext cx="1728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構想來源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使用情境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目標與痛點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92000" y="1584000"/>
            <a:ext cx="1944000" cy="16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8000" y="1692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02 規劃與架構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0000" y="1944000"/>
            <a:ext cx="1728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功能規劃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技術選型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資料流程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4000" y="1584000"/>
            <a:ext cx="1944000" cy="162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0000" y="1692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03 實作成果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2000" y="1944000"/>
            <a:ext cx="1728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首頁總覽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學生打卡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管理後台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96000" y="1584000"/>
            <a:ext cx="1944000" cy="16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2000" y="1692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04 未來展望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000" y="1944000"/>
            <a:ext cx="1728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功能擴充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校務整合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分析與治理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3996000"/>
            <a:ext cx="73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16C78"/>
                </a:solidFill>
                <a:latin typeface="Microsoft JhengHei"/>
              </a:rPr>
              <a:t>這份簡報聚焦在「為什麼做、怎麼做、做到什麼、接下來怎麼走」。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Presentation Outline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專案背景與動機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從教室現場出席管理痛點出發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12000"/>
            <a:ext cx="2520000" cy="223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20000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現場痛點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872000"/>
            <a:ext cx="230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紙本簽到容易代簽，且課後整理耗時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臨時調課或加課時，管理方式不一致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缺少即時統計與課後可追溯紀錄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若沒有後台，老師難以快速開關打卡與匯出資料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1512000"/>
            <a:ext cx="2520000" cy="2232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6000" y="1620000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專案目標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8000" y="1872000"/>
            <a:ext cx="230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提供教室現場即可執行的打卡工具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讓學生打卡流程更簡短、身份更可信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提供管理端可維護、可匯出、可追蹤的機制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保留後續接校務系統與資料庫的擴充空間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76000" y="1512000"/>
            <a:ext cx="2592000" cy="223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2000" y="1620000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設計原則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4000" y="1872000"/>
            <a:ext cx="2376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先做單機可落地版本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降低部署與使用門檻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維持程式結構清楚，方便後續擴充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在成本可控下增加本人驗證強度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核心想法：不是做最複雜，而是做最能在教室用起來的版本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需求規劃與功能地圖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將需求拆成學生端、管理端與安全機制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48000"/>
            <a:ext cx="2592000" cy="234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55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學生端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08000"/>
            <a:ext cx="2376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學生登入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掃描 QR Code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進入課堂打卡頁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送出出席紀錄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1548000"/>
            <a:ext cx="2592000" cy="234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6000" y="1655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管理端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8000" y="1908000"/>
            <a:ext cx="2376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課程維護與班級設定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課堂時段管理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開放 / 關閉打卡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Excel 匯出與可疑紀錄複核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76000" y="1548000"/>
            <a:ext cx="2592000" cy="234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2000" y="1655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風險控制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4000" y="1908000"/>
            <a:ext cx="2376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動態 QR Token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 SSID 對應網段驗證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重複打卡阻擋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裝置指紋與來源資訊留存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功能規劃重點：流程完整、權責清楚、風險可追蹤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專案生命週期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從想法到可用系統的落地過程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620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C78"/>
                </a:solidFill>
                <a:latin typeface="Microsoft JhengHei"/>
              </a:rPr>
              <a:t>專案演進並非一次到位，而是按風險與使用價值逐步擴充。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7999" y="3474000"/>
            <a:ext cx="6768000" cy="50400"/>
          </a:xfrm>
          <a:prstGeom prst="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8000" y="3168000"/>
            <a:ext cx="324000" cy="324000"/>
          </a:xfrm>
          <a:prstGeom prst="ellipse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000" y="3204000"/>
            <a:ext cx="3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3618000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1D2733"/>
                </a:solidFill>
                <a:latin typeface="Microsoft JhengHei"/>
              </a:rPr>
              <a:t>概念形成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385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" b="0">
                <a:solidFill>
                  <a:srgbClr val="616C78"/>
                </a:solidFill>
                <a:latin typeface="Microsoft JhengHei"/>
              </a:rPr>
              <a:t>定義教室現場
需要的最小可用產品</a:t>
            </a:r>
          </a:p>
        </p:txBody>
      </p:sp>
      <p:sp>
        <p:nvSpPr>
          <p:cNvPr id="13" name="Oval 12"/>
          <p:cNvSpPr/>
          <p:nvPr/>
        </p:nvSpPr>
        <p:spPr>
          <a:xfrm>
            <a:off x="2772000" y="3168000"/>
            <a:ext cx="324000" cy="324000"/>
          </a:xfrm>
          <a:prstGeom prst="ellipse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2000" y="3204000"/>
            <a:ext cx="3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0000" y="3618000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1D2733"/>
                </a:solidFill>
                <a:latin typeface="Microsoft JhengHei"/>
              </a:rPr>
              <a:t>功能規劃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00" y="385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" b="0">
                <a:solidFill>
                  <a:srgbClr val="616C78"/>
                </a:solidFill>
                <a:latin typeface="Microsoft JhengHei"/>
              </a:rPr>
              <a:t>拆出首頁、打卡、
後台與匯出需求</a:t>
            </a:r>
          </a:p>
        </p:txBody>
      </p:sp>
      <p:sp>
        <p:nvSpPr>
          <p:cNvPr id="17" name="Oval 16"/>
          <p:cNvSpPr/>
          <p:nvPr/>
        </p:nvSpPr>
        <p:spPr>
          <a:xfrm>
            <a:off x="4896000" y="3168000"/>
            <a:ext cx="324000" cy="324000"/>
          </a:xfrm>
          <a:prstGeom prst="ellipse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6000" y="3204000"/>
            <a:ext cx="3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4000" y="3618000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1D2733"/>
                </a:solidFill>
                <a:latin typeface="Microsoft JhengHei"/>
              </a:rPr>
              <a:t>核心實作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2000" y="385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" b="0">
                <a:solidFill>
                  <a:srgbClr val="616C78"/>
                </a:solidFill>
                <a:latin typeface="Microsoft JhengHei"/>
              </a:rPr>
              <a:t>完成 MVC、JSON、
課堂與出席模型</a:t>
            </a:r>
          </a:p>
        </p:txBody>
      </p:sp>
      <p:sp>
        <p:nvSpPr>
          <p:cNvPr id="21" name="Oval 20"/>
          <p:cNvSpPr/>
          <p:nvPr/>
        </p:nvSpPr>
        <p:spPr>
          <a:xfrm>
            <a:off x="7020000" y="3168000"/>
            <a:ext cx="324000" cy="324000"/>
          </a:xfrm>
          <a:prstGeom prst="ellipse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0000" y="3204000"/>
            <a:ext cx="32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8000" y="3618000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1D2733"/>
                </a:solidFill>
                <a:latin typeface="Microsoft JhengHei"/>
              </a:rPr>
              <a:t>安全補強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6000" y="3852000"/>
            <a:ext cx="115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" b="0">
                <a:solidFill>
                  <a:srgbClr val="616C78"/>
                </a:solidFill>
                <a:latin typeface="Microsoft JhengHei"/>
              </a:rPr>
              <a:t>加入學生登入、QR、
網段驗證與可疑標記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72000" y="1620000"/>
            <a:ext cx="2160000" cy="1368000"/>
          </a:xfrm>
          <a:prstGeom prst="roundRect">
            <a:avLst/>
          </a:prstGeom>
          <a:solidFill>
            <a:srgbClr val="FAEFDD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8000" y="1728000"/>
            <a:ext cx="1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目前階段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1980000"/>
            <a:ext cx="1944000" cy="9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已完成可示範、可操作、可維護版本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已具備後續接校務系統的延伸基礎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開發策略：先有穩定骨架，再往真實場域需求靠近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系統架構與技術選型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兼顧部署簡單、維護性與擴充性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48000"/>
            <a:ext cx="1872000" cy="2304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55999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前端呈現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08000"/>
            <a:ext cx="1656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ASP.NET Core MVC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Razor Views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繁中教務風格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0" y="1548000"/>
            <a:ext cx="1872000" cy="2304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6000" y="1655999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業務邏輯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000" y="1908000"/>
            <a:ext cx="1656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AttendanceQueryService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Admin / Student 驗證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QR 與打卡規則判斷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6000" y="1548000"/>
            <a:ext cx="1872000" cy="2304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2000" y="1655999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資料層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4000" y="1908000"/>
            <a:ext cx="1656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attendance-data.json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JSON 持久化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SemaphoreSlim 並發保護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2000" y="1548000"/>
            <a:ext cx="2015999" cy="2304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000" y="1655999"/>
            <a:ext cx="1763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延伸能力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0" y="1908000"/>
            <a:ext cx="180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ClosedXML 匯出 Excel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QRCoder 產生 QR Code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Cookie Authentication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可延伸接資料庫與 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技術選型採取穩定、熟悉、可快速交付的方向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實作重點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把需求轉成可運作且可維護的程式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584000"/>
            <a:ext cx="4320000" cy="38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建立課程、課堂、出席紀錄三類核心模型，形成完整資料主軸</a:t>
            </a:r>
          </a:p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首頁總覽依一年級至三年級與 101-310 班級分層顯示課堂資訊</a:t>
            </a:r>
          </a:p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後台提供課程 / 課堂新增、編輯、刪除與打卡開關切換</a:t>
            </a:r>
          </a:p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學生端打卡改採登入後提交，避免使用者自行修改學號姓名</a:t>
            </a:r>
          </a:p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加入 QR Token 時效驗證、來源網段檢查與裝置指紋比對</a:t>
            </a:r>
          </a:p>
          <a:p>
            <a:pPr>
              <a:spcAft>
                <a:spcPts val="700"/>
              </a:spcAft>
              <a:defRPr sz="1520">
                <a:solidFill>
                  <a:srgbClr val="1D2733"/>
                </a:solidFill>
                <a:latin typeface="Microsoft JhengHei"/>
              </a:defRPr>
            </a:pPr>
            <a:r>
              <a:t>匯出報表納入打卡時間、IP、網段狀態與可疑原因，支援課後複核</a:t>
            </a:r>
          </a:p>
        </p:txBody>
      </p:sp>
      <p:pic>
        <p:nvPicPr>
          <p:cNvPr id="8" name="Picture 7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0" y="1584000"/>
            <a:ext cx="3276000" cy="23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實作層面重視功能完整度與後續調整彈性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系統操作流程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管理者與學生各自的使用路徑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48000"/>
            <a:ext cx="3816000" cy="25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55999"/>
            <a:ext cx="35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管理者流程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08000"/>
            <a:ext cx="3600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1. 登入管理後台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2. 建立課程並指定班級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3. 建立課堂時段與主題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4. 開啟 QR 打卡板供學生掃碼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5. 課後檢視可疑紀錄並匯出 Excel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0000" y="1548000"/>
            <a:ext cx="3851999" cy="252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000" y="1655999"/>
            <a:ext cx="36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學生流程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000" y="1908000"/>
            <a:ext cx="363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1. 先使用學生帳號登入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2. 連上班級 SSID 對應網段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3. 掃描課堂 QR Code 進入打卡頁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4. 系統依登入身分完成打卡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5. 若不符網段或重複打卡，系統會阻擋或標記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流程設計目的：減少人工確認步驟，同時提升打卡可信度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畫面成果：課堂總覽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首頁以年級 / 班級快速定位課堂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99" y="1440000"/>
            <a:ext cx="5112000" cy="363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760000" y="1512000"/>
            <a:ext cx="2664000" cy="2015999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6000" y="1620000"/>
            <a:ext cx="241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畫面重點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8000" y="1872000"/>
            <a:ext cx="2448000" cy="158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儀表板顯示開放課堂數、累積打卡數與更新時間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依一年級、二年級、三年級分區顯示班級課堂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每張卡片可直接進入 QR 打卡板或學生登入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0" y="3671999"/>
            <a:ext cx="2664000" cy="1332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6000" y="3780000"/>
            <a:ext cx="241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管理價值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8000" y="4031999"/>
            <a:ext cx="244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老師與教務端不必逐一翻找課堂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班級層次清楚，更符合學校日常使用習慣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總覽頁是整個系統最常被使用的入口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畫面成果：學生登入與打卡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縮短打卡路徑，同時強化本人性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620000"/>
            <a:ext cx="2592000" cy="1872000"/>
          </a:xfrm>
          <a:prstGeom prst="rect">
            <a:avLst/>
          </a:prstGeom>
        </p:spPr>
      </p:pic>
      <p:pic>
        <p:nvPicPr>
          <p:cNvPr id="8" name="Picture 7" descr="chec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000" y="1620000"/>
            <a:ext cx="2592000" cy="187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2000" y="1620000"/>
            <a:ext cx="2160000" cy="187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000" y="1728000"/>
            <a:ext cx="1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設計重點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0" y="1980000"/>
            <a:ext cx="1944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學號與姓名由登入身分帶入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使用者只需填寫必要欄位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流程短，適合課堂快速通行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3744000"/>
            <a:ext cx="7776000" cy="1080000"/>
          </a:xfrm>
          <a:prstGeom prst="roundRect">
            <a:avLst/>
          </a:prstGeom>
          <a:solidFill>
            <a:srgbClr val="FAEFDD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000" y="3852000"/>
            <a:ext cx="752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目前示範帳號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4104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S1123001 / Student123!、S1123002 / Student123!、S1123003 / Student123!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學生端核心目標：少輸入、少誤填、少偽造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畫面成果：QR 與後台管理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支援課前開放、課後追蹤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584000"/>
            <a:ext cx="2880000" cy="2376000"/>
          </a:xfrm>
          <a:prstGeom prst="rect">
            <a:avLst/>
          </a:prstGeom>
        </p:spPr>
      </p:pic>
      <p:pic>
        <p:nvPicPr>
          <p:cNvPr id="8" name="Picture 7" descr="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000" y="1584000"/>
            <a:ext cx="4680000" cy="237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00" y="4068000"/>
            <a:ext cx="28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616C78"/>
                </a:solidFill>
                <a:latin typeface="Microsoft JhengHei"/>
              </a:rPr>
              <a:t>QR 打卡板：用於投影與快速掃碼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0000" y="4068000"/>
            <a:ext cx="45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616C78"/>
                </a:solidFill>
                <a:latin typeface="Microsoft JhengHei"/>
              </a:rPr>
              <a:t>管理後台：課程、課堂、Excel、可疑紀錄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管理端同時覆蓋課前、課中、課後三個場景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安全與風險控制設計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在教室場域下提升打卡可信度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48000"/>
            <a:ext cx="2592000" cy="25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55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已完成機制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08000"/>
            <a:ext cx="237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學生帳號登入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動態 QR Code 時效驗證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 SSID 對應網段驗證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同堂同學號防重複打卡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IP、User-Agent、裝置指紋記錄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000" y="1548000"/>
            <a:ext cx="2592000" cy="252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999" y="1655999"/>
            <a:ext cx="23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可疑判定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4000" y="1908000"/>
            <a:ext cx="237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來源 IP 不在允許網段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缺少正常瀏覽器識別資訊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同裝置近期被不同學號使用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可疑資料在後台集中檢視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8000" y="1548000"/>
            <a:ext cx="2520000" cy="25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4000" y="1655999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設計評估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6000" y="1908000"/>
            <a:ext cx="2304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不依賴高成本硬體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比純紙本或純表單更可信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保留未來擴充生物辨識或卡務整合的空間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安全策略不是追求絕對，而是追求場域內最合理的成本效益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目前成果與價值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專案已具備可展示、可操作、可延伸的基礎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0000" y="1584000"/>
            <a:ext cx="172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000" y="1710000"/>
            <a:ext cx="1475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課堂管理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000" y="1926000"/>
            <a:ext cx="1475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5C63"/>
                </a:solidFill>
                <a:latin typeface="Microsoft JhengHei"/>
              </a:rPr>
              <a:t>已可新增 / 編輯 / 關閉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2000" y="1584000"/>
            <a:ext cx="172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8000" y="1710000"/>
            <a:ext cx="1475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學生打卡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00" y="1926000"/>
            <a:ext cx="1475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98831"/>
                </a:solidFill>
                <a:latin typeface="Microsoft JhengHei"/>
              </a:rPr>
              <a:t>登入 + QR + 驗證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4000" y="1584000"/>
            <a:ext cx="1728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1710000"/>
            <a:ext cx="1475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資料留存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0000" y="1926000"/>
            <a:ext cx="1475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8784C"/>
                </a:solidFill>
                <a:latin typeface="Microsoft JhengHei"/>
              </a:rPr>
              <a:t>JSON + Excel 匯出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000" y="1584000"/>
            <a:ext cx="2160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000" y="1710000"/>
            <a:ext cx="190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16C78"/>
                </a:solidFill>
                <a:latin typeface="Microsoft JhengHei"/>
              </a:rPr>
              <a:t>風險追蹤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2000" y="1926000"/>
            <a:ext cx="1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0583B"/>
                </a:solidFill>
                <a:latin typeface="Microsoft JhengHei"/>
              </a:rPr>
              <a:t>可疑紀錄複核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000" y="2736000"/>
            <a:ext cx="3888000" cy="1872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000" y="2844000"/>
            <a:ext cx="36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對教務與老師的價值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000" y="3096000"/>
            <a:ext cx="367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減少點名、整理名單與匯出報表的人工作業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打卡開關與 QR 發放方式更彈性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出席資料可追溯，管理一致性更高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000" y="2736000"/>
            <a:ext cx="3708000" cy="1872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000" y="2844000"/>
            <a:ext cx="345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對學生的價值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6000" y="3096000"/>
            <a:ext cx="349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打卡流程簡短，不需反覆填寫個資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課堂現場即掃即用，操作門檻低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減少誤填、代填與重複提交情況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目前版本已經適合做專題展示與場域試行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未來展望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從單機版走向校園級出席平台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48000"/>
            <a:ext cx="2520000" cy="25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55999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短期優化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08000"/>
            <a:ext cx="2304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學生簽退與缺席統計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管理者密碼變更 UI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學生帳號與網段維護後台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操作流程再簡化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000" y="1548000"/>
            <a:ext cx="2520000" cy="2520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999" y="1655999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中期擴充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4000" y="1908000"/>
            <a:ext cx="2304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多管理者與角色權限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校務單一登入整合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多教室、多設備同步資料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資料庫化與備份機制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8000" y="1548000"/>
            <a:ext cx="2520000" cy="2520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4000" y="1655999"/>
            <a:ext cx="226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長期發展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6000" y="1908000"/>
            <a:ext cx="2304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出席分析儀表板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請假 / 補點名 / 補簽流程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校園卡或 NFC 整合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與其他校務系統串接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未來方向：從打卡工具升級為完整出席管理平台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8000"/>
          </a:xfrm>
          <a:prstGeom prst="rect">
            <a:avLst/>
          </a:prstGeom>
          <a:solidFill>
            <a:srgbClr val="0C3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68000" y="280800"/>
            <a:ext cx="1655999" cy="288000"/>
          </a:xfrm>
          <a:prstGeom prst="roundRect">
            <a:avLst/>
          </a:prstGeom>
          <a:solidFill>
            <a:srgbClr val="105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Classroom Attendance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684000"/>
            <a:ext cx="6696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D2733"/>
                </a:solidFill>
                <a:latin typeface="Microsoft JhengHei"/>
              </a:rPr>
              <a:t>可增加功能提案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000" y="1080000"/>
            <a:ext cx="720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616C78"/>
                </a:solidFill>
                <a:latin typeface="Microsoft JhengHei"/>
              </a:rPr>
              <a:t>依實際場域需求可以持續加值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3999" y="1350000"/>
            <a:ext cx="1368000" cy="57600"/>
          </a:xfrm>
          <a:prstGeom prst="rect">
            <a:avLst/>
          </a:prstGeom>
          <a:solidFill>
            <a:srgbClr val="C98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3999" y="1512000"/>
            <a:ext cx="1872000" cy="2808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00" y="1620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教務管理類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872000"/>
            <a:ext cx="1656000" cy="23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班級與課程批次匯入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學期課表排程匯入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學生成績與出席關聯分析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班級導師管理介面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4000" y="1512000"/>
            <a:ext cx="1872000" cy="2808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0000" y="1620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身份驗證類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2000" y="1872000"/>
            <a:ext cx="1656000" cy="23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校務帳號登入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一次性驗證碼 OTP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裝置綁定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刷卡 / NFC / 學生證整合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4000" y="1512000"/>
            <a:ext cx="1872000" cy="2808000"/>
          </a:xfrm>
          <a:prstGeom prst="roundRect">
            <a:avLst/>
          </a:prstGeom>
          <a:solidFill>
            <a:srgbClr val="FFFFFF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000" y="1620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資料分析類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72000"/>
            <a:ext cx="1656000" cy="23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班級出席率圖表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遲到 / 缺席統計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可疑打卡熱點分析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週報 / 月報自動產生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3999" y="1512000"/>
            <a:ext cx="1872000" cy="2808000"/>
          </a:xfrm>
          <a:prstGeom prst="roundRect">
            <a:avLst/>
          </a:prstGeom>
          <a:solidFill>
            <a:srgbClr val="DBEEEE"/>
          </a:solidFill>
          <a:ln>
            <a:solidFill>
              <a:srgbClr val="DC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0000" y="1620000"/>
            <a:ext cx="16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C363C"/>
                </a:solidFill>
                <a:latin typeface="Microsoft JhengHei"/>
              </a:rPr>
              <a:t>整合服務類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2000" y="1872000"/>
            <a:ext cx="1656000" cy="23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Email / LINE 通知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Google Calendar / 校務課表整合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API 提供外部系統查詢</a:t>
            </a:r>
          </a:p>
          <a:p>
            <a:pPr>
              <a:spcAft>
                <a:spcPts val="700"/>
              </a:spcAft>
              <a:defRPr sz="1280">
                <a:solidFill>
                  <a:srgbClr val="1D2733"/>
                </a:solidFill>
                <a:latin typeface="Microsoft JhengHei"/>
              </a:defRPr>
            </a:pPr>
            <a:r>
              <a:t>雲端部署與多校區支援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功能增加方向可分為：治理、驗證、分析、整合四條路線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36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1080000"/>
            <a:ext cx="14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E6E5"/>
                </a:solidFill>
                <a:latin typeface="Microsoft JhengHei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620000"/>
            <a:ext cx="55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JhengHei"/>
              </a:rPr>
              <a:t>課堂打卡系統已完成從構想到可運作雛型的落地。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56000"/>
            <a:ext cx="388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AEA"/>
                </a:solidFill>
                <a:latin typeface="Microsoft JhengHei"/>
              </a:rPr>
              <a:t>目前版本重點在於：
1. 教室現場可用
2. 管理流程完整
3. 本人驗證強度提升
4. 後續擴充空間明確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960000"/>
            <a:ext cx="4104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AEA"/>
                </a:solidFill>
                <a:latin typeface="Microsoft JhengHei"/>
              </a:rPr>
              <a:t>下一步可依學校需求，逐步往校務整合、資料治理與分析報表發展。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0" y="1512000"/>
            <a:ext cx="3240000" cy="23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000" y="6516000"/>
            <a:ext cx="82439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>
                <a:solidFill>
                  <a:srgbClr val="616C78"/>
                </a:solidFill>
                <a:latin typeface="Microsoft JhengHei"/>
              </a:rPr>
              <a:t>課堂打卡系統｜Project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